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3,900 purchases — goal: uncover spending, segments, preferences,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98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54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9219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Scope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228478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Rows: 3,900 ·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754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9219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2284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Demographics, purchase details, behavior, shipping, discounts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3437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6502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37 values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9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9855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Exploratory Data Analysis (Python)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1288777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477714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56604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Load &amp; Inspect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1813396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pandas: df.info(), df.describe()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2180332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6119" y="2369269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45759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270495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Imputed Review Rating by category median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071887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260824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349154"/>
            <a:ext cx="169790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Standardize &amp; Engineer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6119" y="3596506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snake_case columns, age_group, purchase_frequency_days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6119" y="3963442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6119" y="4152379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24070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DB Integration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96119" y="448806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Loaded cleaned DF into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29667"/>
            <a:ext cx="3156942" cy="47281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0762" y="252710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830762" y="2739703"/>
            <a:ext cx="527908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Male: 157,890 · Female: 75,191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3830762" y="2864569"/>
            <a:ext cx="4821882" cy="191319"/>
          </a:xfrm>
          <a:prstGeom prst="roundRect">
            <a:avLst>
              <a:gd name="adj" fmla="val 15561"/>
            </a:avLst>
          </a:prstGeom>
          <a:solidFill>
            <a:srgbClr val="E2E4E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604" y="2957810"/>
            <a:ext cx="88553" cy="708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0999" y="2914129"/>
            <a:ext cx="49780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Clear revenue skew toward male customers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60252"/>
            <a:ext cx="62524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Discounts &amp; High-Spending Users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86757"/>
            <a:ext cx="877193" cy="1096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0491" y="2386757"/>
            <a:ext cx="25590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550491" y="2693268"/>
            <a:ext cx="29328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839 rows identified — customers using discounts but spending above average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2386757"/>
            <a:ext cx="877193" cy="1096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4926" y="2386757"/>
            <a:ext cx="29001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Top discount-dependent products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14926" y="2693268"/>
            <a:ext cx="2932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Hat 50% · Sneakers 49.66% · Coat 49.07% · Sweater 48.17% · Pants 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67036"/>
            <a:ext cx="3902943" cy="28093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149325"/>
            <a:ext cx="363066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Top Products by Rating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64544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high-rated items for product positioning and campaigns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49701" y="2031727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25154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2194694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 Gloves, Sandals, Boots in promotions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9840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Shipping &amp; Subscription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96976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1434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Shipping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50009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Standard avg: $58.46 · Express avg: $60.48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996976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1434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450009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Yes: 1,053 customers · Avg spend $59.49 · Total revenue $62,645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1873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652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7176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No: 2,847 customers · Avg spend $59.87 · Total revenue $170,436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67308"/>
            <a:ext cx="46822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22896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7658" y="1622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27658" y="1929408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3,116 customers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39739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658" y="24397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New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27658" y="274625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83 customers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5658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2565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27658" y="356309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96119" y="394937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Repeat buyers (&gt;5 purchases) more likely to subscribe: Yes 958 · No 2,518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6594"/>
            <a:ext cx="4327773" cy="29701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74531" y="1029593"/>
            <a:ext cx="35592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174531" y="1525712"/>
            <a:ext cx="3478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Prioritize marketing toward Young Adults and Middle-aged segments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531" y="2138809"/>
            <a:ext cx="3478039" cy="1957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388"/>
            <a:ext cx="53590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78893"/>
            <a:ext cx="1931566" cy="1709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6772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945853"/>
            <a:ext cx="16099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473821"/>
            <a:ext cx="16099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1378893"/>
            <a:ext cx="1931640" cy="17093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171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30252" y="1945853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730252" y="2252365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Reward repeat buyers to increase loyalty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378893"/>
            <a:ext cx="1931640" cy="17093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23570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03651" y="1945853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03651" y="2473821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 sales uplift with margin control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1378893"/>
            <a:ext cx="1931640" cy="17093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96969" y="14852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877050" y="1945853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877050" y="2473821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Highlight top-rated and best-selling items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230017"/>
            <a:ext cx="8151763" cy="12610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6908" y="333635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56927" y="37969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56927" y="4103489"/>
            <a:ext cx="7830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on high-revenue age groups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2026-07-04T12:36:17Z</dcterms:created>
  <dcterms:modified xsi:type="dcterms:W3CDTF">2026-07-04T12:36:17Z</dcterms:modified>
</cp:coreProperties>
</file>